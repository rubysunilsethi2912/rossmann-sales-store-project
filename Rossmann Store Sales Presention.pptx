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9" r:id="rId2"/>
    <p:sldId id="257" r:id="rId3"/>
    <p:sldId id="261" r:id="rId4"/>
    <p:sldId id="274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6" r:id="rId16"/>
    <p:sldId id="2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DD8D89-5975-4142-B9A1-0A77D6A3F87F}">
          <p14:sldIdLst>
            <p14:sldId id="259"/>
            <p14:sldId id="257"/>
          </p14:sldIdLst>
        </p14:section>
        <p14:section name="Untitled Section" id="{55817A3A-DEA5-49A0-8A65-B5D66A72F5BA}">
          <p14:sldIdLst>
            <p14:sldId id="261"/>
            <p14:sldId id="274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6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63F598-A36B-4E7B-A7D9-EF48F5A7D99D}" v="14" dt="2026-09-13T16:50:13.5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7282C6-0396-4E3D-B469-9BC17AF193C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14F93ED-8E4C-499B-A16F-C82DED8A8EED}">
      <dgm:prSet/>
      <dgm:spPr/>
      <dgm:t>
        <a:bodyPr/>
        <a:lstStyle/>
        <a:p>
          <a:r>
            <a:rPr lang="en-IN"/>
            <a:t>EDA     </a:t>
          </a:r>
        </a:p>
      </dgm:t>
    </dgm:pt>
    <dgm:pt modelId="{6E8AFA68-2BFD-42BA-8FA5-1D348D86B28C}" type="parTrans" cxnId="{69787F2C-A46C-4F93-B3F5-CFC8826FBCD7}">
      <dgm:prSet/>
      <dgm:spPr/>
      <dgm:t>
        <a:bodyPr/>
        <a:lstStyle/>
        <a:p>
          <a:endParaRPr lang="en-IN"/>
        </a:p>
      </dgm:t>
    </dgm:pt>
    <dgm:pt modelId="{48C63ACD-1DC9-48C8-B2BD-8B0F3E96A2A2}" type="sibTrans" cxnId="{69787F2C-A46C-4F93-B3F5-CFC8826FBCD7}">
      <dgm:prSet/>
      <dgm:spPr/>
      <dgm:t>
        <a:bodyPr/>
        <a:lstStyle/>
        <a:p>
          <a:endParaRPr lang="en-IN"/>
        </a:p>
      </dgm:t>
    </dgm:pt>
    <dgm:pt modelId="{35DD6C01-28CC-43FA-BFF7-5481FE7226BD}">
      <dgm:prSet/>
      <dgm:spPr/>
      <dgm:t>
        <a:bodyPr/>
        <a:lstStyle/>
        <a:p>
          <a:r>
            <a:rPr lang="en-IN"/>
            <a:t>Machine Learning</a:t>
          </a:r>
        </a:p>
      </dgm:t>
    </dgm:pt>
    <dgm:pt modelId="{E25590B7-D258-4985-95FB-BCF608D3E995}" type="parTrans" cxnId="{8C652DBD-23C4-4615-A922-3894610A8557}">
      <dgm:prSet/>
      <dgm:spPr/>
      <dgm:t>
        <a:bodyPr/>
        <a:lstStyle/>
        <a:p>
          <a:endParaRPr lang="en-IN"/>
        </a:p>
      </dgm:t>
    </dgm:pt>
    <dgm:pt modelId="{7C9DEE5C-653E-4D2A-99A2-B159AAE01144}" type="sibTrans" cxnId="{8C652DBD-23C4-4615-A922-3894610A8557}">
      <dgm:prSet/>
      <dgm:spPr/>
      <dgm:t>
        <a:bodyPr/>
        <a:lstStyle/>
        <a:p>
          <a:endParaRPr lang="en-IN"/>
        </a:p>
      </dgm:t>
    </dgm:pt>
    <dgm:pt modelId="{0A017310-2FD6-4369-B1DB-AD8D644E11A4}">
      <dgm:prSet/>
      <dgm:spPr/>
      <dgm:t>
        <a:bodyPr/>
        <a:lstStyle/>
        <a:p>
          <a:r>
            <a:rPr lang="en-IN"/>
            <a:t>LSTM</a:t>
          </a:r>
        </a:p>
      </dgm:t>
    </dgm:pt>
    <dgm:pt modelId="{F1713CAB-477D-4A7F-96DB-DCB91DF56E23}" type="parTrans" cxnId="{62909F48-8B40-48D1-8016-0F6684D8F9C9}">
      <dgm:prSet/>
      <dgm:spPr/>
      <dgm:t>
        <a:bodyPr/>
        <a:lstStyle/>
        <a:p>
          <a:endParaRPr lang="en-IN"/>
        </a:p>
      </dgm:t>
    </dgm:pt>
    <dgm:pt modelId="{46198A1B-3BA8-4806-82D1-327D8AF1550D}" type="sibTrans" cxnId="{62909F48-8B40-48D1-8016-0F6684D8F9C9}">
      <dgm:prSet/>
      <dgm:spPr/>
      <dgm:t>
        <a:bodyPr/>
        <a:lstStyle/>
        <a:p>
          <a:endParaRPr lang="en-IN"/>
        </a:p>
      </dgm:t>
    </dgm:pt>
    <dgm:pt modelId="{5D7E219A-096B-4FEB-975E-3E73948F9EA3}">
      <dgm:prSet/>
      <dgm:spPr/>
      <dgm:t>
        <a:bodyPr/>
        <a:lstStyle/>
        <a:p>
          <a:r>
            <a:rPr lang="en-IN"/>
            <a:t>Streamlit</a:t>
          </a:r>
        </a:p>
      </dgm:t>
    </dgm:pt>
    <dgm:pt modelId="{E2C3BBEC-F574-4502-8BC1-DFF452F2B2AC}" type="parTrans" cxnId="{4CB0D42B-3B17-4D36-A1AB-DA065F94E553}">
      <dgm:prSet/>
      <dgm:spPr/>
      <dgm:t>
        <a:bodyPr/>
        <a:lstStyle/>
        <a:p>
          <a:endParaRPr lang="en-IN"/>
        </a:p>
      </dgm:t>
    </dgm:pt>
    <dgm:pt modelId="{28A6BB49-1F70-45BD-B843-75045B5A337E}" type="sibTrans" cxnId="{4CB0D42B-3B17-4D36-A1AB-DA065F94E553}">
      <dgm:prSet/>
      <dgm:spPr/>
      <dgm:t>
        <a:bodyPr/>
        <a:lstStyle/>
        <a:p>
          <a:endParaRPr lang="en-IN"/>
        </a:p>
      </dgm:t>
    </dgm:pt>
    <dgm:pt modelId="{DB7E4A1D-281A-4BC4-A2B4-FA24B18E0BB9}" type="pres">
      <dgm:prSet presAssocID="{D07282C6-0396-4E3D-B469-9BC17AF193C1}" presName="cycle" presStyleCnt="0">
        <dgm:presLayoutVars>
          <dgm:dir/>
          <dgm:resizeHandles val="exact"/>
        </dgm:presLayoutVars>
      </dgm:prSet>
      <dgm:spPr/>
    </dgm:pt>
    <dgm:pt modelId="{6C5F8A22-CF01-4428-8735-BB4696B721C9}" type="pres">
      <dgm:prSet presAssocID="{014F93ED-8E4C-499B-A16F-C82DED8A8EED}" presName="node" presStyleLbl="node1" presStyleIdx="0" presStyleCnt="4">
        <dgm:presLayoutVars>
          <dgm:bulletEnabled val="1"/>
        </dgm:presLayoutVars>
      </dgm:prSet>
      <dgm:spPr/>
    </dgm:pt>
    <dgm:pt modelId="{F7F0640B-6E47-47D8-92CD-B3AF6549D26A}" type="pres">
      <dgm:prSet presAssocID="{48C63ACD-1DC9-48C8-B2BD-8B0F3E96A2A2}" presName="sibTrans" presStyleLbl="sibTrans2D1" presStyleIdx="0" presStyleCnt="4"/>
      <dgm:spPr/>
    </dgm:pt>
    <dgm:pt modelId="{F3E8B9AA-73AE-4859-B957-BE2073186CFE}" type="pres">
      <dgm:prSet presAssocID="{48C63ACD-1DC9-48C8-B2BD-8B0F3E96A2A2}" presName="connectorText" presStyleLbl="sibTrans2D1" presStyleIdx="0" presStyleCnt="4"/>
      <dgm:spPr/>
    </dgm:pt>
    <dgm:pt modelId="{45F83185-10B4-4F89-BDEC-CCCF1348856E}" type="pres">
      <dgm:prSet presAssocID="{35DD6C01-28CC-43FA-BFF7-5481FE7226BD}" presName="node" presStyleLbl="node1" presStyleIdx="1" presStyleCnt="4">
        <dgm:presLayoutVars>
          <dgm:bulletEnabled val="1"/>
        </dgm:presLayoutVars>
      </dgm:prSet>
      <dgm:spPr/>
    </dgm:pt>
    <dgm:pt modelId="{B8F7AE1E-4811-40AD-BD08-3EF5EAA8CC36}" type="pres">
      <dgm:prSet presAssocID="{7C9DEE5C-653E-4D2A-99A2-B159AAE01144}" presName="sibTrans" presStyleLbl="sibTrans2D1" presStyleIdx="1" presStyleCnt="4"/>
      <dgm:spPr/>
    </dgm:pt>
    <dgm:pt modelId="{C00657C6-3461-47B3-B0DD-7347D337EBD0}" type="pres">
      <dgm:prSet presAssocID="{7C9DEE5C-653E-4D2A-99A2-B159AAE01144}" presName="connectorText" presStyleLbl="sibTrans2D1" presStyleIdx="1" presStyleCnt="4"/>
      <dgm:spPr/>
    </dgm:pt>
    <dgm:pt modelId="{456C4E58-E793-4E72-9D52-F2B535A70982}" type="pres">
      <dgm:prSet presAssocID="{0A017310-2FD6-4369-B1DB-AD8D644E11A4}" presName="node" presStyleLbl="node1" presStyleIdx="2" presStyleCnt="4">
        <dgm:presLayoutVars>
          <dgm:bulletEnabled val="1"/>
        </dgm:presLayoutVars>
      </dgm:prSet>
      <dgm:spPr/>
    </dgm:pt>
    <dgm:pt modelId="{63876486-1E22-4DA2-998F-216A1B015AAB}" type="pres">
      <dgm:prSet presAssocID="{46198A1B-3BA8-4806-82D1-327D8AF1550D}" presName="sibTrans" presStyleLbl="sibTrans2D1" presStyleIdx="2" presStyleCnt="4"/>
      <dgm:spPr/>
    </dgm:pt>
    <dgm:pt modelId="{B1B50473-EFB0-4FF9-AFD6-121BDDAB2350}" type="pres">
      <dgm:prSet presAssocID="{46198A1B-3BA8-4806-82D1-327D8AF1550D}" presName="connectorText" presStyleLbl="sibTrans2D1" presStyleIdx="2" presStyleCnt="4"/>
      <dgm:spPr/>
    </dgm:pt>
    <dgm:pt modelId="{C628BA78-86B1-4EFB-8A79-6CE10E8EFD1C}" type="pres">
      <dgm:prSet presAssocID="{5D7E219A-096B-4FEB-975E-3E73948F9EA3}" presName="node" presStyleLbl="node1" presStyleIdx="3" presStyleCnt="4">
        <dgm:presLayoutVars>
          <dgm:bulletEnabled val="1"/>
        </dgm:presLayoutVars>
      </dgm:prSet>
      <dgm:spPr/>
    </dgm:pt>
    <dgm:pt modelId="{4F3EE95F-233A-409C-A807-EE1BE55C5E12}" type="pres">
      <dgm:prSet presAssocID="{28A6BB49-1F70-45BD-B843-75045B5A337E}" presName="sibTrans" presStyleLbl="sibTrans2D1" presStyleIdx="3" presStyleCnt="4"/>
      <dgm:spPr/>
    </dgm:pt>
    <dgm:pt modelId="{56F0B8FD-EC16-4367-AED2-E18CF1D53D51}" type="pres">
      <dgm:prSet presAssocID="{28A6BB49-1F70-45BD-B843-75045B5A337E}" presName="connectorText" presStyleLbl="sibTrans2D1" presStyleIdx="3" presStyleCnt="4"/>
      <dgm:spPr/>
    </dgm:pt>
  </dgm:ptLst>
  <dgm:cxnLst>
    <dgm:cxn modelId="{6E2FEF1A-FCB9-4790-B81A-B8F463AADB30}" type="presOf" srcId="{48C63ACD-1DC9-48C8-B2BD-8B0F3E96A2A2}" destId="{F3E8B9AA-73AE-4859-B957-BE2073186CFE}" srcOrd="1" destOrd="0" presId="urn:microsoft.com/office/officeart/2005/8/layout/cycle2"/>
    <dgm:cxn modelId="{E1011C20-F4B9-4CF8-A5EE-2B96BF418381}" type="presOf" srcId="{7C9DEE5C-653E-4D2A-99A2-B159AAE01144}" destId="{B8F7AE1E-4811-40AD-BD08-3EF5EAA8CC36}" srcOrd="0" destOrd="0" presId="urn:microsoft.com/office/officeart/2005/8/layout/cycle2"/>
    <dgm:cxn modelId="{4CB0D42B-3B17-4D36-A1AB-DA065F94E553}" srcId="{D07282C6-0396-4E3D-B469-9BC17AF193C1}" destId="{5D7E219A-096B-4FEB-975E-3E73948F9EA3}" srcOrd="3" destOrd="0" parTransId="{E2C3BBEC-F574-4502-8BC1-DFF452F2B2AC}" sibTransId="{28A6BB49-1F70-45BD-B843-75045B5A337E}"/>
    <dgm:cxn modelId="{69787F2C-A46C-4F93-B3F5-CFC8826FBCD7}" srcId="{D07282C6-0396-4E3D-B469-9BC17AF193C1}" destId="{014F93ED-8E4C-499B-A16F-C82DED8A8EED}" srcOrd="0" destOrd="0" parTransId="{6E8AFA68-2BFD-42BA-8FA5-1D348D86B28C}" sibTransId="{48C63ACD-1DC9-48C8-B2BD-8B0F3E96A2A2}"/>
    <dgm:cxn modelId="{61C4A32E-133A-446C-85ED-E69EF3CEBE53}" type="presOf" srcId="{28A6BB49-1F70-45BD-B843-75045B5A337E}" destId="{4F3EE95F-233A-409C-A807-EE1BE55C5E12}" srcOrd="0" destOrd="0" presId="urn:microsoft.com/office/officeart/2005/8/layout/cycle2"/>
    <dgm:cxn modelId="{21A38946-5C6C-4072-8A79-9049FEDAE117}" type="presOf" srcId="{35DD6C01-28CC-43FA-BFF7-5481FE7226BD}" destId="{45F83185-10B4-4F89-BDEC-CCCF1348856E}" srcOrd="0" destOrd="0" presId="urn:microsoft.com/office/officeart/2005/8/layout/cycle2"/>
    <dgm:cxn modelId="{62909F48-8B40-48D1-8016-0F6684D8F9C9}" srcId="{D07282C6-0396-4E3D-B469-9BC17AF193C1}" destId="{0A017310-2FD6-4369-B1DB-AD8D644E11A4}" srcOrd="2" destOrd="0" parTransId="{F1713CAB-477D-4A7F-96DB-DCB91DF56E23}" sibTransId="{46198A1B-3BA8-4806-82D1-327D8AF1550D}"/>
    <dgm:cxn modelId="{9A1A3F90-CCE9-40ED-AAA5-705EF574B7D3}" type="presOf" srcId="{D07282C6-0396-4E3D-B469-9BC17AF193C1}" destId="{DB7E4A1D-281A-4BC4-A2B4-FA24B18E0BB9}" srcOrd="0" destOrd="0" presId="urn:microsoft.com/office/officeart/2005/8/layout/cycle2"/>
    <dgm:cxn modelId="{C866229D-53DC-4629-86A6-8B853B3FEBC9}" type="presOf" srcId="{5D7E219A-096B-4FEB-975E-3E73948F9EA3}" destId="{C628BA78-86B1-4EFB-8A79-6CE10E8EFD1C}" srcOrd="0" destOrd="0" presId="urn:microsoft.com/office/officeart/2005/8/layout/cycle2"/>
    <dgm:cxn modelId="{F3BB6AA4-F9CA-43F6-A6DB-E95F0AFDA8FA}" type="presOf" srcId="{46198A1B-3BA8-4806-82D1-327D8AF1550D}" destId="{63876486-1E22-4DA2-998F-216A1B015AAB}" srcOrd="0" destOrd="0" presId="urn:microsoft.com/office/officeart/2005/8/layout/cycle2"/>
    <dgm:cxn modelId="{8C652DBD-23C4-4615-A922-3894610A8557}" srcId="{D07282C6-0396-4E3D-B469-9BC17AF193C1}" destId="{35DD6C01-28CC-43FA-BFF7-5481FE7226BD}" srcOrd="1" destOrd="0" parTransId="{E25590B7-D258-4985-95FB-BCF608D3E995}" sibTransId="{7C9DEE5C-653E-4D2A-99A2-B159AAE01144}"/>
    <dgm:cxn modelId="{B654ADD9-E9E4-4EE6-B2B9-2026273579C3}" type="presOf" srcId="{7C9DEE5C-653E-4D2A-99A2-B159AAE01144}" destId="{C00657C6-3461-47B3-B0DD-7347D337EBD0}" srcOrd="1" destOrd="0" presId="urn:microsoft.com/office/officeart/2005/8/layout/cycle2"/>
    <dgm:cxn modelId="{9E1465DA-D94B-4989-81DE-0879DF1ED170}" type="presOf" srcId="{48C63ACD-1DC9-48C8-B2BD-8B0F3E96A2A2}" destId="{F7F0640B-6E47-47D8-92CD-B3AF6549D26A}" srcOrd="0" destOrd="0" presId="urn:microsoft.com/office/officeart/2005/8/layout/cycle2"/>
    <dgm:cxn modelId="{28F549E1-7D53-42E5-B043-BB1AFBED8D5F}" type="presOf" srcId="{46198A1B-3BA8-4806-82D1-327D8AF1550D}" destId="{B1B50473-EFB0-4FF9-AFD6-121BDDAB2350}" srcOrd="1" destOrd="0" presId="urn:microsoft.com/office/officeart/2005/8/layout/cycle2"/>
    <dgm:cxn modelId="{FC9451E4-AFE8-4944-98BE-2E93F0FA8F21}" type="presOf" srcId="{28A6BB49-1F70-45BD-B843-75045B5A337E}" destId="{56F0B8FD-EC16-4367-AED2-E18CF1D53D51}" srcOrd="1" destOrd="0" presId="urn:microsoft.com/office/officeart/2005/8/layout/cycle2"/>
    <dgm:cxn modelId="{CE1BBCF6-5D0E-4633-9E9B-F0A2C4CBEE17}" type="presOf" srcId="{0A017310-2FD6-4369-B1DB-AD8D644E11A4}" destId="{456C4E58-E793-4E72-9D52-F2B535A70982}" srcOrd="0" destOrd="0" presId="urn:microsoft.com/office/officeart/2005/8/layout/cycle2"/>
    <dgm:cxn modelId="{4B07A7FA-23BA-4983-96DD-E74F09487355}" type="presOf" srcId="{014F93ED-8E4C-499B-A16F-C82DED8A8EED}" destId="{6C5F8A22-CF01-4428-8735-BB4696B721C9}" srcOrd="0" destOrd="0" presId="urn:microsoft.com/office/officeart/2005/8/layout/cycle2"/>
    <dgm:cxn modelId="{5F6267F3-77B6-4242-B6D4-0A4C9C84A264}" type="presParOf" srcId="{DB7E4A1D-281A-4BC4-A2B4-FA24B18E0BB9}" destId="{6C5F8A22-CF01-4428-8735-BB4696B721C9}" srcOrd="0" destOrd="0" presId="urn:microsoft.com/office/officeart/2005/8/layout/cycle2"/>
    <dgm:cxn modelId="{3A1758C8-2628-4DE9-9502-5066BA6B97C1}" type="presParOf" srcId="{DB7E4A1D-281A-4BC4-A2B4-FA24B18E0BB9}" destId="{F7F0640B-6E47-47D8-92CD-B3AF6549D26A}" srcOrd="1" destOrd="0" presId="urn:microsoft.com/office/officeart/2005/8/layout/cycle2"/>
    <dgm:cxn modelId="{80FD041F-B483-4E69-834B-E00BCEC50D14}" type="presParOf" srcId="{F7F0640B-6E47-47D8-92CD-B3AF6549D26A}" destId="{F3E8B9AA-73AE-4859-B957-BE2073186CFE}" srcOrd="0" destOrd="0" presId="urn:microsoft.com/office/officeart/2005/8/layout/cycle2"/>
    <dgm:cxn modelId="{20E8DED2-4734-48C5-938F-6F547E29CE51}" type="presParOf" srcId="{DB7E4A1D-281A-4BC4-A2B4-FA24B18E0BB9}" destId="{45F83185-10B4-4F89-BDEC-CCCF1348856E}" srcOrd="2" destOrd="0" presId="urn:microsoft.com/office/officeart/2005/8/layout/cycle2"/>
    <dgm:cxn modelId="{CCF3F761-9E77-4890-82F1-0F74559DC0EB}" type="presParOf" srcId="{DB7E4A1D-281A-4BC4-A2B4-FA24B18E0BB9}" destId="{B8F7AE1E-4811-40AD-BD08-3EF5EAA8CC36}" srcOrd="3" destOrd="0" presId="urn:microsoft.com/office/officeart/2005/8/layout/cycle2"/>
    <dgm:cxn modelId="{FB55ECA2-ADF9-42DC-9813-9E43B7916AD2}" type="presParOf" srcId="{B8F7AE1E-4811-40AD-BD08-3EF5EAA8CC36}" destId="{C00657C6-3461-47B3-B0DD-7347D337EBD0}" srcOrd="0" destOrd="0" presId="urn:microsoft.com/office/officeart/2005/8/layout/cycle2"/>
    <dgm:cxn modelId="{693193FE-6293-41CB-B312-D0B57E5796EB}" type="presParOf" srcId="{DB7E4A1D-281A-4BC4-A2B4-FA24B18E0BB9}" destId="{456C4E58-E793-4E72-9D52-F2B535A70982}" srcOrd="4" destOrd="0" presId="urn:microsoft.com/office/officeart/2005/8/layout/cycle2"/>
    <dgm:cxn modelId="{E55F4306-9C36-43DD-9867-BF6C5611F812}" type="presParOf" srcId="{DB7E4A1D-281A-4BC4-A2B4-FA24B18E0BB9}" destId="{63876486-1E22-4DA2-998F-216A1B015AAB}" srcOrd="5" destOrd="0" presId="urn:microsoft.com/office/officeart/2005/8/layout/cycle2"/>
    <dgm:cxn modelId="{A5A845A1-F9F8-41F3-BFFB-4B8D461E9F16}" type="presParOf" srcId="{63876486-1E22-4DA2-998F-216A1B015AAB}" destId="{B1B50473-EFB0-4FF9-AFD6-121BDDAB2350}" srcOrd="0" destOrd="0" presId="urn:microsoft.com/office/officeart/2005/8/layout/cycle2"/>
    <dgm:cxn modelId="{D98863C4-0BCE-4351-828F-10F6BB8C5B4B}" type="presParOf" srcId="{DB7E4A1D-281A-4BC4-A2B4-FA24B18E0BB9}" destId="{C628BA78-86B1-4EFB-8A79-6CE10E8EFD1C}" srcOrd="6" destOrd="0" presId="urn:microsoft.com/office/officeart/2005/8/layout/cycle2"/>
    <dgm:cxn modelId="{40E5E8C5-4B3C-45AB-8BAD-FB8173E236BC}" type="presParOf" srcId="{DB7E4A1D-281A-4BC4-A2B4-FA24B18E0BB9}" destId="{4F3EE95F-233A-409C-A807-EE1BE55C5E12}" srcOrd="7" destOrd="0" presId="urn:microsoft.com/office/officeart/2005/8/layout/cycle2"/>
    <dgm:cxn modelId="{0C690CCF-FF79-40B9-AA1C-B36E0FC2CB98}" type="presParOf" srcId="{4F3EE95F-233A-409C-A807-EE1BE55C5E12}" destId="{56F0B8FD-EC16-4367-AED2-E18CF1D53D5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605D59-3AC0-4539-A46C-478842E509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CD47F9D-D291-4F28-AB57-38E0EF50D6F8}">
      <dgm:prSet/>
      <dgm:spPr/>
      <dgm:t>
        <a:bodyPr/>
        <a:lstStyle/>
        <a:p>
          <a:r>
            <a:rPr lang="en-US"/>
            <a:t>Data files: train.csv, test.csv and store.csv.</a:t>
          </a:r>
          <a:endParaRPr lang="en-IN"/>
        </a:p>
      </dgm:t>
    </dgm:pt>
    <dgm:pt modelId="{62958DF9-A7F5-472A-BD37-EE2428AD6466}" type="parTrans" cxnId="{AEFD550D-0C1C-43D5-8F90-C3F49640925A}">
      <dgm:prSet/>
      <dgm:spPr/>
      <dgm:t>
        <a:bodyPr/>
        <a:lstStyle/>
        <a:p>
          <a:endParaRPr lang="en-IN"/>
        </a:p>
      </dgm:t>
    </dgm:pt>
    <dgm:pt modelId="{7AE4298E-6195-411B-9837-B2486CAF4D69}" type="sibTrans" cxnId="{AEFD550D-0C1C-43D5-8F90-C3F49640925A}">
      <dgm:prSet/>
      <dgm:spPr/>
      <dgm:t>
        <a:bodyPr/>
        <a:lstStyle/>
        <a:p>
          <a:endParaRPr lang="en-IN"/>
        </a:p>
      </dgm:t>
    </dgm:pt>
    <dgm:pt modelId="{CBFF1C84-4E6C-4AFD-85F2-A69AA5828C0F}">
      <dgm:prSet/>
      <dgm:spPr/>
      <dgm:t>
        <a:bodyPr/>
        <a:lstStyle/>
        <a:p>
          <a:r>
            <a:rPr lang="en-US"/>
            <a:t>Store information was merged with train/test data using Store.</a:t>
          </a:r>
          <a:endParaRPr lang="en-IN"/>
        </a:p>
      </dgm:t>
    </dgm:pt>
    <dgm:pt modelId="{A4F446F4-B0D5-4E9C-B96F-3F27AAD59255}" type="parTrans" cxnId="{38FA37BE-D53D-4139-87AE-CA76EDAD9FFD}">
      <dgm:prSet/>
      <dgm:spPr/>
      <dgm:t>
        <a:bodyPr/>
        <a:lstStyle/>
        <a:p>
          <a:endParaRPr lang="en-IN"/>
        </a:p>
      </dgm:t>
    </dgm:pt>
    <dgm:pt modelId="{2D595422-3F77-48FA-81AF-1BC58E3F15DD}" type="sibTrans" cxnId="{38FA37BE-D53D-4139-87AE-CA76EDAD9FFD}">
      <dgm:prSet/>
      <dgm:spPr/>
      <dgm:t>
        <a:bodyPr/>
        <a:lstStyle/>
        <a:p>
          <a:endParaRPr lang="en-IN"/>
        </a:p>
      </dgm:t>
    </dgm:pt>
    <dgm:pt modelId="{F5632D33-EEDF-4323-AB02-009AD993D4FB}">
      <dgm:prSet/>
      <dgm:spPr/>
      <dgm:t>
        <a:bodyPr/>
        <a:lstStyle/>
        <a:p>
          <a:r>
            <a:rPr lang="en-US"/>
            <a:t>Target variable for supervised learning: Sales.</a:t>
          </a:r>
          <a:endParaRPr lang="en-IN"/>
        </a:p>
      </dgm:t>
    </dgm:pt>
    <dgm:pt modelId="{C6388D04-CB87-41D3-8FC2-BE7C1DA4E274}" type="parTrans" cxnId="{95085686-8DBD-4278-B761-B40F45A714BF}">
      <dgm:prSet/>
      <dgm:spPr/>
      <dgm:t>
        <a:bodyPr/>
        <a:lstStyle/>
        <a:p>
          <a:endParaRPr lang="en-IN"/>
        </a:p>
      </dgm:t>
    </dgm:pt>
    <dgm:pt modelId="{AF830512-19BF-43A7-BF33-0AACA363A7EF}" type="sibTrans" cxnId="{95085686-8DBD-4278-B761-B40F45A714BF}">
      <dgm:prSet/>
      <dgm:spPr/>
      <dgm:t>
        <a:bodyPr/>
        <a:lstStyle/>
        <a:p>
          <a:endParaRPr lang="en-IN"/>
        </a:p>
      </dgm:t>
    </dgm:pt>
    <dgm:pt modelId="{96221DB8-F352-4387-AEB8-7C9ADF73D431}">
      <dgm:prSet/>
      <dgm:spPr/>
      <dgm:t>
        <a:bodyPr/>
        <a:lstStyle/>
        <a:p>
          <a:r>
            <a:rPr lang="en-US"/>
            <a:t>Key variables include Customers, Open, Promo, StateHoliday, SchoolHoliday, StoreType, Assortment and competition features.</a:t>
          </a:r>
          <a:endParaRPr lang="en-IN"/>
        </a:p>
      </dgm:t>
    </dgm:pt>
    <dgm:pt modelId="{8A3021FD-939E-467C-9C0D-905239F3EA2A}" type="parTrans" cxnId="{79662343-5375-4945-B00A-1958F1B713E4}">
      <dgm:prSet/>
      <dgm:spPr/>
      <dgm:t>
        <a:bodyPr/>
        <a:lstStyle/>
        <a:p>
          <a:endParaRPr lang="en-IN"/>
        </a:p>
      </dgm:t>
    </dgm:pt>
    <dgm:pt modelId="{237252C9-10B0-47C8-965D-655F25C5C01B}" type="sibTrans" cxnId="{79662343-5375-4945-B00A-1958F1B713E4}">
      <dgm:prSet/>
      <dgm:spPr/>
      <dgm:t>
        <a:bodyPr/>
        <a:lstStyle/>
        <a:p>
          <a:endParaRPr lang="en-IN"/>
        </a:p>
      </dgm:t>
    </dgm:pt>
    <dgm:pt modelId="{170B41BE-26B2-4106-A93C-13EDB5A4FC1E}">
      <dgm:prSet/>
      <dgm:spPr/>
      <dgm:t>
        <a:bodyPr/>
        <a:lstStyle/>
        <a:p>
          <a:r>
            <a:rPr lang="en-US"/>
            <a:t>Date was converted into calendar features such as Year, Month, Day, WeekOfYear and DayOfYear.</a:t>
          </a:r>
          <a:endParaRPr lang="en-IN"/>
        </a:p>
      </dgm:t>
    </dgm:pt>
    <dgm:pt modelId="{B093F0D8-DCA9-41F8-950F-520B9E70AD85}" type="parTrans" cxnId="{A4F9577F-9AD0-4688-AB2D-78EA0597B327}">
      <dgm:prSet/>
      <dgm:spPr/>
      <dgm:t>
        <a:bodyPr/>
        <a:lstStyle/>
        <a:p>
          <a:endParaRPr lang="en-IN"/>
        </a:p>
      </dgm:t>
    </dgm:pt>
    <dgm:pt modelId="{5FF63179-96E5-4B9E-8520-95315A55F703}" type="sibTrans" cxnId="{A4F9577F-9AD0-4688-AB2D-78EA0597B327}">
      <dgm:prSet/>
      <dgm:spPr/>
      <dgm:t>
        <a:bodyPr/>
        <a:lstStyle/>
        <a:p>
          <a:endParaRPr lang="en-IN"/>
        </a:p>
      </dgm:t>
    </dgm:pt>
    <dgm:pt modelId="{D0163390-9009-40CD-9A43-8FC52F24C4E1}" type="pres">
      <dgm:prSet presAssocID="{1F605D59-3AC0-4539-A46C-478842E509A2}" presName="linear" presStyleCnt="0">
        <dgm:presLayoutVars>
          <dgm:animLvl val="lvl"/>
          <dgm:resizeHandles val="exact"/>
        </dgm:presLayoutVars>
      </dgm:prSet>
      <dgm:spPr/>
    </dgm:pt>
    <dgm:pt modelId="{15C755B8-F6C9-4838-9725-10BB17F9433B}" type="pres">
      <dgm:prSet presAssocID="{8CD47F9D-D291-4F28-AB57-38E0EF50D6F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CC7615C-F68C-41B5-8BC1-1E0848EDD041}" type="pres">
      <dgm:prSet presAssocID="{7AE4298E-6195-411B-9837-B2486CAF4D69}" presName="spacer" presStyleCnt="0"/>
      <dgm:spPr/>
    </dgm:pt>
    <dgm:pt modelId="{1BD4817F-15EF-4FDA-9055-B85DA4BA7199}" type="pres">
      <dgm:prSet presAssocID="{CBFF1C84-4E6C-4AFD-85F2-A69AA5828C0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424F1FB-4BF7-40E2-BE6B-BCF1873F4543}" type="pres">
      <dgm:prSet presAssocID="{2D595422-3F77-48FA-81AF-1BC58E3F15DD}" presName="spacer" presStyleCnt="0"/>
      <dgm:spPr/>
    </dgm:pt>
    <dgm:pt modelId="{F8CF7318-344E-440D-A9C4-ECDA29303077}" type="pres">
      <dgm:prSet presAssocID="{F5632D33-EEDF-4323-AB02-009AD993D4F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23F2733-FA0B-4150-9671-A9867EE3A9D6}" type="pres">
      <dgm:prSet presAssocID="{AF830512-19BF-43A7-BF33-0AACA363A7EF}" presName="spacer" presStyleCnt="0"/>
      <dgm:spPr/>
    </dgm:pt>
    <dgm:pt modelId="{CEBCC747-3DE4-47C2-B8F6-D01AF07BCEA4}" type="pres">
      <dgm:prSet presAssocID="{96221DB8-F352-4387-AEB8-7C9ADF73D43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EA537E6-224A-418C-B35A-FA7D292D802C}" type="pres">
      <dgm:prSet presAssocID="{237252C9-10B0-47C8-965D-655F25C5C01B}" presName="spacer" presStyleCnt="0"/>
      <dgm:spPr/>
    </dgm:pt>
    <dgm:pt modelId="{B7A272FD-6F88-4F63-BA4F-C2F74C14CDB9}" type="pres">
      <dgm:prSet presAssocID="{170B41BE-26B2-4106-A93C-13EDB5A4FC1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F267804-E2B9-47D7-A2FF-80E0124EFA38}" type="presOf" srcId="{F5632D33-EEDF-4323-AB02-009AD993D4FB}" destId="{F8CF7318-344E-440D-A9C4-ECDA29303077}" srcOrd="0" destOrd="0" presId="urn:microsoft.com/office/officeart/2005/8/layout/vList2"/>
    <dgm:cxn modelId="{AEFD550D-0C1C-43D5-8F90-C3F49640925A}" srcId="{1F605D59-3AC0-4539-A46C-478842E509A2}" destId="{8CD47F9D-D291-4F28-AB57-38E0EF50D6F8}" srcOrd="0" destOrd="0" parTransId="{62958DF9-A7F5-472A-BD37-EE2428AD6466}" sibTransId="{7AE4298E-6195-411B-9837-B2486CAF4D69}"/>
    <dgm:cxn modelId="{491C792A-9EE0-4E43-B061-9D1F6AC3812E}" type="presOf" srcId="{96221DB8-F352-4387-AEB8-7C9ADF73D431}" destId="{CEBCC747-3DE4-47C2-B8F6-D01AF07BCEA4}" srcOrd="0" destOrd="0" presId="urn:microsoft.com/office/officeart/2005/8/layout/vList2"/>
    <dgm:cxn modelId="{E02B8B2C-ACBF-42AB-B9E6-88EFAD5ED45B}" type="presOf" srcId="{1F605D59-3AC0-4539-A46C-478842E509A2}" destId="{D0163390-9009-40CD-9A43-8FC52F24C4E1}" srcOrd="0" destOrd="0" presId="urn:microsoft.com/office/officeart/2005/8/layout/vList2"/>
    <dgm:cxn modelId="{79662343-5375-4945-B00A-1958F1B713E4}" srcId="{1F605D59-3AC0-4539-A46C-478842E509A2}" destId="{96221DB8-F352-4387-AEB8-7C9ADF73D431}" srcOrd="3" destOrd="0" parTransId="{8A3021FD-939E-467C-9C0D-905239F3EA2A}" sibTransId="{237252C9-10B0-47C8-965D-655F25C5C01B}"/>
    <dgm:cxn modelId="{A4F9577F-9AD0-4688-AB2D-78EA0597B327}" srcId="{1F605D59-3AC0-4539-A46C-478842E509A2}" destId="{170B41BE-26B2-4106-A93C-13EDB5A4FC1E}" srcOrd="4" destOrd="0" parTransId="{B093F0D8-DCA9-41F8-950F-520B9E70AD85}" sibTransId="{5FF63179-96E5-4B9E-8520-95315A55F703}"/>
    <dgm:cxn modelId="{95085686-8DBD-4278-B761-B40F45A714BF}" srcId="{1F605D59-3AC0-4539-A46C-478842E509A2}" destId="{F5632D33-EEDF-4323-AB02-009AD993D4FB}" srcOrd="2" destOrd="0" parTransId="{C6388D04-CB87-41D3-8FC2-BE7C1DA4E274}" sibTransId="{AF830512-19BF-43A7-BF33-0AACA363A7EF}"/>
    <dgm:cxn modelId="{9BC4B48A-1FBB-4A08-80C1-BB4A862C0850}" type="presOf" srcId="{170B41BE-26B2-4106-A93C-13EDB5A4FC1E}" destId="{B7A272FD-6F88-4F63-BA4F-C2F74C14CDB9}" srcOrd="0" destOrd="0" presId="urn:microsoft.com/office/officeart/2005/8/layout/vList2"/>
    <dgm:cxn modelId="{9A39DEA7-DA2E-441D-8A97-38960BCB6539}" type="presOf" srcId="{8CD47F9D-D291-4F28-AB57-38E0EF50D6F8}" destId="{15C755B8-F6C9-4838-9725-10BB17F9433B}" srcOrd="0" destOrd="0" presId="urn:microsoft.com/office/officeart/2005/8/layout/vList2"/>
    <dgm:cxn modelId="{38FA37BE-D53D-4139-87AE-CA76EDAD9FFD}" srcId="{1F605D59-3AC0-4539-A46C-478842E509A2}" destId="{CBFF1C84-4E6C-4AFD-85F2-A69AA5828C0F}" srcOrd="1" destOrd="0" parTransId="{A4F446F4-B0D5-4E9C-B96F-3F27AAD59255}" sibTransId="{2D595422-3F77-48FA-81AF-1BC58E3F15DD}"/>
    <dgm:cxn modelId="{DBE0B5E6-3BD3-41AA-928D-10593F04223D}" type="presOf" srcId="{CBFF1C84-4E6C-4AFD-85F2-A69AA5828C0F}" destId="{1BD4817F-15EF-4FDA-9055-B85DA4BA7199}" srcOrd="0" destOrd="0" presId="urn:microsoft.com/office/officeart/2005/8/layout/vList2"/>
    <dgm:cxn modelId="{E849EF56-7EAE-4362-B225-C03F31F363E4}" type="presParOf" srcId="{D0163390-9009-40CD-9A43-8FC52F24C4E1}" destId="{15C755B8-F6C9-4838-9725-10BB17F9433B}" srcOrd="0" destOrd="0" presId="urn:microsoft.com/office/officeart/2005/8/layout/vList2"/>
    <dgm:cxn modelId="{C26506E3-C17F-4106-B080-336A0966841F}" type="presParOf" srcId="{D0163390-9009-40CD-9A43-8FC52F24C4E1}" destId="{3CC7615C-F68C-41B5-8BC1-1E0848EDD041}" srcOrd="1" destOrd="0" presId="urn:microsoft.com/office/officeart/2005/8/layout/vList2"/>
    <dgm:cxn modelId="{497F0E4B-9BCD-4B8F-B34A-19CDC9079085}" type="presParOf" srcId="{D0163390-9009-40CD-9A43-8FC52F24C4E1}" destId="{1BD4817F-15EF-4FDA-9055-B85DA4BA7199}" srcOrd="2" destOrd="0" presId="urn:microsoft.com/office/officeart/2005/8/layout/vList2"/>
    <dgm:cxn modelId="{EA22A59E-C190-4789-A988-929F555F76FA}" type="presParOf" srcId="{D0163390-9009-40CD-9A43-8FC52F24C4E1}" destId="{D424F1FB-4BF7-40E2-BE6B-BCF1873F4543}" srcOrd="3" destOrd="0" presId="urn:microsoft.com/office/officeart/2005/8/layout/vList2"/>
    <dgm:cxn modelId="{E39A143A-0D39-403C-B6DC-13AABAE144DE}" type="presParOf" srcId="{D0163390-9009-40CD-9A43-8FC52F24C4E1}" destId="{F8CF7318-344E-440D-A9C4-ECDA29303077}" srcOrd="4" destOrd="0" presId="urn:microsoft.com/office/officeart/2005/8/layout/vList2"/>
    <dgm:cxn modelId="{B3217110-2432-4C98-902A-771C3D5A6332}" type="presParOf" srcId="{D0163390-9009-40CD-9A43-8FC52F24C4E1}" destId="{F23F2733-FA0B-4150-9671-A9867EE3A9D6}" srcOrd="5" destOrd="0" presId="urn:microsoft.com/office/officeart/2005/8/layout/vList2"/>
    <dgm:cxn modelId="{372FAC1F-77D8-423C-86F8-0A8BA446418F}" type="presParOf" srcId="{D0163390-9009-40CD-9A43-8FC52F24C4E1}" destId="{CEBCC747-3DE4-47C2-B8F6-D01AF07BCEA4}" srcOrd="6" destOrd="0" presId="urn:microsoft.com/office/officeart/2005/8/layout/vList2"/>
    <dgm:cxn modelId="{192A333C-31F1-47B2-A557-491844615ED9}" type="presParOf" srcId="{D0163390-9009-40CD-9A43-8FC52F24C4E1}" destId="{9EA537E6-224A-418C-B35A-FA7D292D802C}" srcOrd="7" destOrd="0" presId="urn:microsoft.com/office/officeart/2005/8/layout/vList2"/>
    <dgm:cxn modelId="{70E422CA-2FA4-4FA4-91FB-046871C3EF36}" type="presParOf" srcId="{D0163390-9009-40CD-9A43-8FC52F24C4E1}" destId="{B7A272FD-6F88-4F63-BA4F-C2F74C14CDB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744542-563C-42CB-A7F8-4CF83B2D50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A3E8A4D-AB9B-4FE4-8732-FC000F1604B4}">
      <dgm:prSet/>
      <dgm:spPr/>
      <dgm:t>
        <a:bodyPr/>
        <a:lstStyle/>
        <a:p>
          <a:r>
            <a:rPr lang="en-US"/>
            <a:t>Merged train/test data with store information.</a:t>
          </a:r>
          <a:endParaRPr lang="en-IN"/>
        </a:p>
      </dgm:t>
    </dgm:pt>
    <dgm:pt modelId="{F76AD368-8386-43B5-85AD-FD954031DB7B}" type="parTrans" cxnId="{67179EBA-B3F0-4DFB-B627-1F2260D939A3}">
      <dgm:prSet/>
      <dgm:spPr/>
      <dgm:t>
        <a:bodyPr/>
        <a:lstStyle/>
        <a:p>
          <a:endParaRPr lang="en-IN"/>
        </a:p>
      </dgm:t>
    </dgm:pt>
    <dgm:pt modelId="{5DD93A90-FED2-40CD-AE20-F5629074B603}" type="sibTrans" cxnId="{67179EBA-B3F0-4DFB-B627-1F2260D939A3}">
      <dgm:prSet/>
      <dgm:spPr/>
      <dgm:t>
        <a:bodyPr/>
        <a:lstStyle/>
        <a:p>
          <a:endParaRPr lang="en-IN"/>
        </a:p>
      </dgm:t>
    </dgm:pt>
    <dgm:pt modelId="{A1637CAA-45DA-4838-8728-30B95B1D6AC6}">
      <dgm:prSet/>
      <dgm:spPr/>
      <dgm:t>
        <a:bodyPr/>
        <a:lstStyle/>
        <a:p>
          <a:r>
            <a:rPr lang="en-US"/>
            <a:t>Checked missing values after merging.</a:t>
          </a:r>
          <a:endParaRPr lang="en-IN"/>
        </a:p>
      </dgm:t>
    </dgm:pt>
    <dgm:pt modelId="{27B2472D-8062-42D5-BC2D-A0301CD8ECEA}" type="parTrans" cxnId="{546DA2DA-3B93-4580-AD86-DC2C57209F10}">
      <dgm:prSet/>
      <dgm:spPr/>
      <dgm:t>
        <a:bodyPr/>
        <a:lstStyle/>
        <a:p>
          <a:endParaRPr lang="en-IN"/>
        </a:p>
      </dgm:t>
    </dgm:pt>
    <dgm:pt modelId="{1ABA9570-84AC-4FC2-B2E8-292CEAAB9C07}" type="sibTrans" cxnId="{546DA2DA-3B93-4580-AD86-DC2C57209F10}">
      <dgm:prSet/>
      <dgm:spPr/>
      <dgm:t>
        <a:bodyPr/>
        <a:lstStyle/>
        <a:p>
          <a:endParaRPr lang="en-IN"/>
        </a:p>
      </dgm:t>
    </dgm:pt>
    <dgm:pt modelId="{569103EE-A168-44D8-874D-16BCF3BC5420}">
      <dgm:prSet/>
      <dgm:spPr/>
      <dgm:t>
        <a:bodyPr/>
        <a:lstStyle/>
        <a:p>
          <a:r>
            <a:rPr lang="en-US"/>
            <a:t>Converted categorical variables into numeric form for modelling.</a:t>
          </a:r>
          <a:endParaRPr lang="en-IN"/>
        </a:p>
      </dgm:t>
    </dgm:pt>
    <dgm:pt modelId="{FB0ADADC-A2AA-4E2B-96F7-261B9CF0C57D}" type="parTrans" cxnId="{BA6E98AA-6928-4465-8258-92C3DDC26E4E}">
      <dgm:prSet/>
      <dgm:spPr/>
      <dgm:t>
        <a:bodyPr/>
        <a:lstStyle/>
        <a:p>
          <a:endParaRPr lang="en-IN"/>
        </a:p>
      </dgm:t>
    </dgm:pt>
    <dgm:pt modelId="{9D6C6176-70BC-412A-A854-75CB2A20169E}" type="sibTrans" cxnId="{BA6E98AA-6928-4465-8258-92C3DDC26E4E}">
      <dgm:prSet/>
      <dgm:spPr/>
      <dgm:t>
        <a:bodyPr/>
        <a:lstStyle/>
        <a:p>
          <a:endParaRPr lang="en-IN"/>
        </a:p>
      </dgm:t>
    </dgm:pt>
    <dgm:pt modelId="{B9CDBCF1-4CC2-4F16-82AF-7080B06DEBD8}">
      <dgm:prSet/>
      <dgm:spPr/>
      <dgm:t>
        <a:bodyPr/>
        <a:lstStyle/>
        <a:p>
          <a:r>
            <a:rPr lang="en-US"/>
            <a:t>Handled missing values before model training.</a:t>
          </a:r>
          <a:endParaRPr lang="en-IN"/>
        </a:p>
      </dgm:t>
    </dgm:pt>
    <dgm:pt modelId="{B486877B-4928-42F6-BC04-4C323B725562}" type="parTrans" cxnId="{11D64728-6781-42EE-8C44-AD5C19CAF27A}">
      <dgm:prSet/>
      <dgm:spPr/>
      <dgm:t>
        <a:bodyPr/>
        <a:lstStyle/>
        <a:p>
          <a:endParaRPr lang="en-IN"/>
        </a:p>
      </dgm:t>
    </dgm:pt>
    <dgm:pt modelId="{2C0DA0E0-1B84-47C9-A4E6-DEA19DE3722E}" type="sibTrans" cxnId="{11D64728-6781-42EE-8C44-AD5C19CAF27A}">
      <dgm:prSet/>
      <dgm:spPr/>
      <dgm:t>
        <a:bodyPr/>
        <a:lstStyle/>
        <a:p>
          <a:endParaRPr lang="en-IN"/>
        </a:p>
      </dgm:t>
    </dgm:pt>
    <dgm:pt modelId="{43493810-8889-439E-9466-69C1F633959C}">
      <dgm:prSet/>
      <dgm:spPr/>
      <dgm:t>
        <a:bodyPr/>
        <a:lstStyle/>
        <a:p>
          <a:r>
            <a:rPr lang="en-US"/>
            <a:t>Removed Date from the final Random Forest feature matrix after extracting date features.</a:t>
          </a:r>
          <a:endParaRPr lang="en-IN"/>
        </a:p>
      </dgm:t>
    </dgm:pt>
    <dgm:pt modelId="{D09358F9-EE0E-4015-8F9B-8C95181C99FF}" type="parTrans" cxnId="{83A0B4EA-B18A-4A8F-A39A-8E714754DB43}">
      <dgm:prSet/>
      <dgm:spPr/>
      <dgm:t>
        <a:bodyPr/>
        <a:lstStyle/>
        <a:p>
          <a:endParaRPr lang="en-IN"/>
        </a:p>
      </dgm:t>
    </dgm:pt>
    <dgm:pt modelId="{E740B7CA-FE80-4782-BF86-FC809AA7B2E8}" type="sibTrans" cxnId="{83A0B4EA-B18A-4A8F-A39A-8E714754DB43}">
      <dgm:prSet/>
      <dgm:spPr/>
      <dgm:t>
        <a:bodyPr/>
        <a:lstStyle/>
        <a:p>
          <a:endParaRPr lang="en-IN"/>
        </a:p>
      </dgm:t>
    </dgm:pt>
    <dgm:pt modelId="{4D92F2D6-5A85-4B69-909A-DD862148E01B}">
      <dgm:prSet/>
      <dgm:spPr/>
      <dgm:t>
        <a:bodyPr/>
        <a:lstStyle/>
        <a:p>
          <a:r>
            <a:rPr lang="en-US"/>
            <a:t>Created an 80:20 training-validation split.</a:t>
          </a:r>
          <a:endParaRPr lang="en-IN"/>
        </a:p>
      </dgm:t>
    </dgm:pt>
    <dgm:pt modelId="{37904482-4817-4A8D-8C45-D99C484699C6}" type="parTrans" cxnId="{005F39F4-016F-4109-BD41-674F63E250DA}">
      <dgm:prSet/>
      <dgm:spPr/>
      <dgm:t>
        <a:bodyPr/>
        <a:lstStyle/>
        <a:p>
          <a:endParaRPr lang="en-IN"/>
        </a:p>
      </dgm:t>
    </dgm:pt>
    <dgm:pt modelId="{0D57051D-ADB2-470F-9327-F6C135DB77BC}" type="sibTrans" cxnId="{005F39F4-016F-4109-BD41-674F63E250DA}">
      <dgm:prSet/>
      <dgm:spPr/>
      <dgm:t>
        <a:bodyPr/>
        <a:lstStyle/>
        <a:p>
          <a:endParaRPr lang="en-IN"/>
        </a:p>
      </dgm:t>
    </dgm:pt>
    <dgm:pt modelId="{10379185-3CF5-4E41-AC0F-8FFEA78BB922}" type="pres">
      <dgm:prSet presAssocID="{AB744542-563C-42CB-A7F8-4CF83B2D5073}" presName="linear" presStyleCnt="0">
        <dgm:presLayoutVars>
          <dgm:animLvl val="lvl"/>
          <dgm:resizeHandles val="exact"/>
        </dgm:presLayoutVars>
      </dgm:prSet>
      <dgm:spPr/>
    </dgm:pt>
    <dgm:pt modelId="{E2F958D9-EB3E-4EBA-82A6-C65F5A3BD886}" type="pres">
      <dgm:prSet presAssocID="{3A3E8A4D-AB9B-4FE4-8732-FC000F1604B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6BD1380-6E68-434C-AEE5-B24591F28C4F}" type="pres">
      <dgm:prSet presAssocID="{5DD93A90-FED2-40CD-AE20-F5629074B603}" presName="spacer" presStyleCnt="0"/>
      <dgm:spPr/>
    </dgm:pt>
    <dgm:pt modelId="{EDE78DF2-C49B-45DA-B85E-BB510BB766C6}" type="pres">
      <dgm:prSet presAssocID="{A1637CAA-45DA-4838-8728-30B95B1D6AC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76C42CA-7544-49D4-8FB8-C70D950CC50E}" type="pres">
      <dgm:prSet presAssocID="{1ABA9570-84AC-4FC2-B2E8-292CEAAB9C07}" presName="spacer" presStyleCnt="0"/>
      <dgm:spPr/>
    </dgm:pt>
    <dgm:pt modelId="{610611B3-64B4-45AB-AFA4-15703DF7D393}" type="pres">
      <dgm:prSet presAssocID="{569103EE-A168-44D8-874D-16BCF3BC542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D5C0840-1E66-45E6-918D-A24FF3E34A1B}" type="pres">
      <dgm:prSet presAssocID="{9D6C6176-70BC-412A-A854-75CB2A20169E}" presName="spacer" presStyleCnt="0"/>
      <dgm:spPr/>
    </dgm:pt>
    <dgm:pt modelId="{75F90B25-0CF9-489E-B5D8-09060A71F254}" type="pres">
      <dgm:prSet presAssocID="{B9CDBCF1-4CC2-4F16-82AF-7080B06DEBD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24FA35C-6668-4862-B8FD-7FDC38656B0F}" type="pres">
      <dgm:prSet presAssocID="{2C0DA0E0-1B84-47C9-A4E6-DEA19DE3722E}" presName="spacer" presStyleCnt="0"/>
      <dgm:spPr/>
    </dgm:pt>
    <dgm:pt modelId="{63FA5F8C-58A2-4B5A-ABBB-6DA115161C3B}" type="pres">
      <dgm:prSet presAssocID="{43493810-8889-439E-9466-69C1F633959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F873C8F-30EB-4B11-A099-3C91B0A8DE99}" type="pres">
      <dgm:prSet presAssocID="{E740B7CA-FE80-4782-BF86-FC809AA7B2E8}" presName="spacer" presStyleCnt="0"/>
      <dgm:spPr/>
    </dgm:pt>
    <dgm:pt modelId="{81F80F4A-28D7-4F0D-9AEE-CDA5AE6C889F}" type="pres">
      <dgm:prSet presAssocID="{4D92F2D6-5A85-4B69-909A-DD862148E01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11D64728-6781-42EE-8C44-AD5C19CAF27A}" srcId="{AB744542-563C-42CB-A7F8-4CF83B2D5073}" destId="{B9CDBCF1-4CC2-4F16-82AF-7080B06DEBD8}" srcOrd="3" destOrd="0" parTransId="{B486877B-4928-42F6-BC04-4C323B725562}" sibTransId="{2C0DA0E0-1B84-47C9-A4E6-DEA19DE3722E}"/>
    <dgm:cxn modelId="{33928F2B-97ED-4AFF-9E63-EB54D5391FB4}" type="presOf" srcId="{A1637CAA-45DA-4838-8728-30B95B1D6AC6}" destId="{EDE78DF2-C49B-45DA-B85E-BB510BB766C6}" srcOrd="0" destOrd="0" presId="urn:microsoft.com/office/officeart/2005/8/layout/vList2"/>
    <dgm:cxn modelId="{05413332-1E57-4017-B00C-AFA8D7EA796F}" type="presOf" srcId="{3A3E8A4D-AB9B-4FE4-8732-FC000F1604B4}" destId="{E2F958D9-EB3E-4EBA-82A6-C65F5A3BD886}" srcOrd="0" destOrd="0" presId="urn:microsoft.com/office/officeart/2005/8/layout/vList2"/>
    <dgm:cxn modelId="{E418DB77-0330-41A5-A21A-0663B5157EAC}" type="presOf" srcId="{AB744542-563C-42CB-A7F8-4CF83B2D5073}" destId="{10379185-3CF5-4E41-AC0F-8FFEA78BB922}" srcOrd="0" destOrd="0" presId="urn:microsoft.com/office/officeart/2005/8/layout/vList2"/>
    <dgm:cxn modelId="{25374E80-C9DA-41FC-ABBC-CB71D2933EB6}" type="presOf" srcId="{B9CDBCF1-4CC2-4F16-82AF-7080B06DEBD8}" destId="{75F90B25-0CF9-489E-B5D8-09060A71F254}" srcOrd="0" destOrd="0" presId="urn:microsoft.com/office/officeart/2005/8/layout/vList2"/>
    <dgm:cxn modelId="{BA6E98AA-6928-4465-8258-92C3DDC26E4E}" srcId="{AB744542-563C-42CB-A7F8-4CF83B2D5073}" destId="{569103EE-A168-44D8-874D-16BCF3BC5420}" srcOrd="2" destOrd="0" parTransId="{FB0ADADC-A2AA-4E2B-96F7-261B9CF0C57D}" sibTransId="{9D6C6176-70BC-412A-A854-75CB2A20169E}"/>
    <dgm:cxn modelId="{67179EBA-B3F0-4DFB-B627-1F2260D939A3}" srcId="{AB744542-563C-42CB-A7F8-4CF83B2D5073}" destId="{3A3E8A4D-AB9B-4FE4-8732-FC000F1604B4}" srcOrd="0" destOrd="0" parTransId="{F76AD368-8386-43B5-85AD-FD954031DB7B}" sibTransId="{5DD93A90-FED2-40CD-AE20-F5629074B603}"/>
    <dgm:cxn modelId="{E67B9FC4-27B0-4650-B20D-C52062CA9CD1}" type="presOf" srcId="{43493810-8889-439E-9466-69C1F633959C}" destId="{63FA5F8C-58A2-4B5A-ABBB-6DA115161C3B}" srcOrd="0" destOrd="0" presId="urn:microsoft.com/office/officeart/2005/8/layout/vList2"/>
    <dgm:cxn modelId="{546DA2DA-3B93-4580-AD86-DC2C57209F10}" srcId="{AB744542-563C-42CB-A7F8-4CF83B2D5073}" destId="{A1637CAA-45DA-4838-8728-30B95B1D6AC6}" srcOrd="1" destOrd="0" parTransId="{27B2472D-8062-42D5-BC2D-A0301CD8ECEA}" sibTransId="{1ABA9570-84AC-4FC2-B2E8-292CEAAB9C07}"/>
    <dgm:cxn modelId="{83A0B4EA-B18A-4A8F-A39A-8E714754DB43}" srcId="{AB744542-563C-42CB-A7F8-4CF83B2D5073}" destId="{43493810-8889-439E-9466-69C1F633959C}" srcOrd="4" destOrd="0" parTransId="{D09358F9-EE0E-4015-8F9B-8C95181C99FF}" sibTransId="{E740B7CA-FE80-4782-BF86-FC809AA7B2E8}"/>
    <dgm:cxn modelId="{D91013EC-8FF9-47C0-BA92-54B99D45C175}" type="presOf" srcId="{4D92F2D6-5A85-4B69-909A-DD862148E01B}" destId="{81F80F4A-28D7-4F0D-9AEE-CDA5AE6C889F}" srcOrd="0" destOrd="0" presId="urn:microsoft.com/office/officeart/2005/8/layout/vList2"/>
    <dgm:cxn modelId="{005F39F4-016F-4109-BD41-674F63E250DA}" srcId="{AB744542-563C-42CB-A7F8-4CF83B2D5073}" destId="{4D92F2D6-5A85-4B69-909A-DD862148E01B}" srcOrd="5" destOrd="0" parTransId="{37904482-4817-4A8D-8C45-D99C484699C6}" sibTransId="{0D57051D-ADB2-470F-9327-F6C135DB77BC}"/>
    <dgm:cxn modelId="{3582E6F5-7147-4B51-B164-6CBC08CFEE9B}" type="presOf" srcId="{569103EE-A168-44D8-874D-16BCF3BC5420}" destId="{610611B3-64B4-45AB-AFA4-15703DF7D393}" srcOrd="0" destOrd="0" presId="urn:microsoft.com/office/officeart/2005/8/layout/vList2"/>
    <dgm:cxn modelId="{C054E7BE-1F80-4F52-BBA6-DC2B81943694}" type="presParOf" srcId="{10379185-3CF5-4E41-AC0F-8FFEA78BB922}" destId="{E2F958D9-EB3E-4EBA-82A6-C65F5A3BD886}" srcOrd="0" destOrd="0" presId="urn:microsoft.com/office/officeart/2005/8/layout/vList2"/>
    <dgm:cxn modelId="{D4E9BED2-6BCC-4B86-A88A-495DCD5FFA51}" type="presParOf" srcId="{10379185-3CF5-4E41-AC0F-8FFEA78BB922}" destId="{B6BD1380-6E68-434C-AEE5-B24591F28C4F}" srcOrd="1" destOrd="0" presId="urn:microsoft.com/office/officeart/2005/8/layout/vList2"/>
    <dgm:cxn modelId="{CAEAD47E-E8B8-44A6-92D7-FF84F32B1E5C}" type="presParOf" srcId="{10379185-3CF5-4E41-AC0F-8FFEA78BB922}" destId="{EDE78DF2-C49B-45DA-B85E-BB510BB766C6}" srcOrd="2" destOrd="0" presId="urn:microsoft.com/office/officeart/2005/8/layout/vList2"/>
    <dgm:cxn modelId="{C5694794-5CD2-479B-BB57-15CABE555DF9}" type="presParOf" srcId="{10379185-3CF5-4E41-AC0F-8FFEA78BB922}" destId="{076C42CA-7544-49D4-8FB8-C70D950CC50E}" srcOrd="3" destOrd="0" presId="urn:microsoft.com/office/officeart/2005/8/layout/vList2"/>
    <dgm:cxn modelId="{8C4A0F44-AA26-4E23-8281-733C51B11D5A}" type="presParOf" srcId="{10379185-3CF5-4E41-AC0F-8FFEA78BB922}" destId="{610611B3-64B4-45AB-AFA4-15703DF7D393}" srcOrd="4" destOrd="0" presId="urn:microsoft.com/office/officeart/2005/8/layout/vList2"/>
    <dgm:cxn modelId="{7F742252-99A0-449B-B411-6A88941DE5E0}" type="presParOf" srcId="{10379185-3CF5-4E41-AC0F-8FFEA78BB922}" destId="{4D5C0840-1E66-45E6-918D-A24FF3E34A1B}" srcOrd="5" destOrd="0" presId="urn:microsoft.com/office/officeart/2005/8/layout/vList2"/>
    <dgm:cxn modelId="{52C48ED8-4F0C-48F7-9685-750023B36998}" type="presParOf" srcId="{10379185-3CF5-4E41-AC0F-8FFEA78BB922}" destId="{75F90B25-0CF9-489E-B5D8-09060A71F254}" srcOrd="6" destOrd="0" presId="urn:microsoft.com/office/officeart/2005/8/layout/vList2"/>
    <dgm:cxn modelId="{047C0446-F745-4D59-8D8A-1673FECE43BA}" type="presParOf" srcId="{10379185-3CF5-4E41-AC0F-8FFEA78BB922}" destId="{724FA35C-6668-4862-B8FD-7FDC38656B0F}" srcOrd="7" destOrd="0" presId="urn:microsoft.com/office/officeart/2005/8/layout/vList2"/>
    <dgm:cxn modelId="{3EB75BDA-DC4C-4DCB-96F1-6B1BC7E3F46F}" type="presParOf" srcId="{10379185-3CF5-4E41-AC0F-8FFEA78BB922}" destId="{63FA5F8C-58A2-4B5A-ABBB-6DA115161C3B}" srcOrd="8" destOrd="0" presId="urn:microsoft.com/office/officeart/2005/8/layout/vList2"/>
    <dgm:cxn modelId="{7CBB9769-CEED-403C-8FA1-CE38BBD7128D}" type="presParOf" srcId="{10379185-3CF5-4E41-AC0F-8FFEA78BB922}" destId="{1F873C8F-30EB-4B11-A099-3C91B0A8DE99}" srcOrd="9" destOrd="0" presId="urn:microsoft.com/office/officeart/2005/8/layout/vList2"/>
    <dgm:cxn modelId="{C7573B10-46E4-4B5C-9377-079D916AA3DB}" type="presParOf" srcId="{10379185-3CF5-4E41-AC0F-8FFEA78BB922}" destId="{81F80F4A-28D7-4F0D-9AEE-CDA5AE6C889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5F8A22-CF01-4428-8735-BB4696B721C9}">
      <dsp:nvSpPr>
        <dsp:cNvPr id="0" name=""/>
        <dsp:cNvSpPr/>
      </dsp:nvSpPr>
      <dsp:spPr>
        <a:xfrm>
          <a:off x="2473916" y="622"/>
          <a:ext cx="1324629" cy="13246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EDA     </a:t>
          </a:r>
        </a:p>
      </dsp:txBody>
      <dsp:txXfrm>
        <a:off x="2667903" y="194609"/>
        <a:ext cx="936655" cy="936655"/>
      </dsp:txXfrm>
    </dsp:sp>
    <dsp:sp modelId="{F7F0640B-6E47-47D8-92CD-B3AF6549D26A}">
      <dsp:nvSpPr>
        <dsp:cNvPr id="0" name=""/>
        <dsp:cNvSpPr/>
      </dsp:nvSpPr>
      <dsp:spPr>
        <a:xfrm rot="2700000">
          <a:off x="3656350" y="1135605"/>
          <a:ext cx="352161" cy="4470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3671822" y="1187665"/>
        <a:ext cx="246513" cy="268238"/>
      </dsp:txXfrm>
    </dsp:sp>
    <dsp:sp modelId="{45F83185-10B4-4F89-BDEC-CCCF1348856E}">
      <dsp:nvSpPr>
        <dsp:cNvPr id="0" name=""/>
        <dsp:cNvSpPr/>
      </dsp:nvSpPr>
      <dsp:spPr>
        <a:xfrm>
          <a:off x="3880411" y="1407116"/>
          <a:ext cx="1324629" cy="13246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Machine Learning</a:t>
          </a:r>
        </a:p>
      </dsp:txBody>
      <dsp:txXfrm>
        <a:off x="4074398" y="1601103"/>
        <a:ext cx="936655" cy="936655"/>
      </dsp:txXfrm>
    </dsp:sp>
    <dsp:sp modelId="{B8F7AE1E-4811-40AD-BD08-3EF5EAA8CC36}">
      <dsp:nvSpPr>
        <dsp:cNvPr id="0" name=""/>
        <dsp:cNvSpPr/>
      </dsp:nvSpPr>
      <dsp:spPr>
        <a:xfrm rot="8100000">
          <a:off x="3670445" y="2542100"/>
          <a:ext cx="352161" cy="4470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10800000">
        <a:off x="3760621" y="2594160"/>
        <a:ext cx="246513" cy="268238"/>
      </dsp:txXfrm>
    </dsp:sp>
    <dsp:sp modelId="{456C4E58-E793-4E72-9D52-F2B535A70982}">
      <dsp:nvSpPr>
        <dsp:cNvPr id="0" name=""/>
        <dsp:cNvSpPr/>
      </dsp:nvSpPr>
      <dsp:spPr>
        <a:xfrm>
          <a:off x="2473916" y="2813611"/>
          <a:ext cx="1324629" cy="13246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LSTM</a:t>
          </a:r>
        </a:p>
      </dsp:txBody>
      <dsp:txXfrm>
        <a:off x="2667903" y="3007598"/>
        <a:ext cx="936655" cy="936655"/>
      </dsp:txXfrm>
    </dsp:sp>
    <dsp:sp modelId="{63876486-1E22-4DA2-998F-216A1B015AAB}">
      <dsp:nvSpPr>
        <dsp:cNvPr id="0" name=""/>
        <dsp:cNvSpPr/>
      </dsp:nvSpPr>
      <dsp:spPr>
        <a:xfrm rot="13500000">
          <a:off x="2263951" y="2556195"/>
          <a:ext cx="352161" cy="4470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10800000">
        <a:off x="2354127" y="2682959"/>
        <a:ext cx="246513" cy="268238"/>
      </dsp:txXfrm>
    </dsp:sp>
    <dsp:sp modelId="{C628BA78-86B1-4EFB-8A79-6CE10E8EFD1C}">
      <dsp:nvSpPr>
        <dsp:cNvPr id="0" name=""/>
        <dsp:cNvSpPr/>
      </dsp:nvSpPr>
      <dsp:spPr>
        <a:xfrm>
          <a:off x="1067422" y="1407116"/>
          <a:ext cx="1324629" cy="13246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Streamlit</a:t>
          </a:r>
        </a:p>
      </dsp:txBody>
      <dsp:txXfrm>
        <a:off x="1261409" y="1601103"/>
        <a:ext cx="936655" cy="936655"/>
      </dsp:txXfrm>
    </dsp:sp>
    <dsp:sp modelId="{4F3EE95F-233A-409C-A807-EE1BE55C5E12}">
      <dsp:nvSpPr>
        <dsp:cNvPr id="0" name=""/>
        <dsp:cNvSpPr/>
      </dsp:nvSpPr>
      <dsp:spPr>
        <a:xfrm rot="18900000">
          <a:off x="2249856" y="1149700"/>
          <a:ext cx="352161" cy="4470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2265328" y="1276464"/>
        <a:ext cx="246513" cy="2682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C755B8-F6C9-4838-9725-10BB17F9433B}">
      <dsp:nvSpPr>
        <dsp:cNvPr id="0" name=""/>
        <dsp:cNvSpPr/>
      </dsp:nvSpPr>
      <dsp:spPr>
        <a:xfrm>
          <a:off x="0" y="300577"/>
          <a:ext cx="5191432" cy="94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files: train.csv, test.csv and store.csv.</a:t>
          </a:r>
          <a:endParaRPr lang="en-IN" sz="1700" kern="1200"/>
        </a:p>
      </dsp:txBody>
      <dsp:txXfrm>
        <a:off x="46360" y="346937"/>
        <a:ext cx="5098712" cy="856959"/>
      </dsp:txXfrm>
    </dsp:sp>
    <dsp:sp modelId="{1BD4817F-15EF-4FDA-9055-B85DA4BA7199}">
      <dsp:nvSpPr>
        <dsp:cNvPr id="0" name=""/>
        <dsp:cNvSpPr/>
      </dsp:nvSpPr>
      <dsp:spPr>
        <a:xfrm>
          <a:off x="0" y="1299217"/>
          <a:ext cx="5191432" cy="94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Store information was merged with train/test data using Store.</a:t>
          </a:r>
          <a:endParaRPr lang="en-IN" sz="1700" kern="1200"/>
        </a:p>
      </dsp:txBody>
      <dsp:txXfrm>
        <a:off x="46360" y="1345577"/>
        <a:ext cx="5098712" cy="856959"/>
      </dsp:txXfrm>
    </dsp:sp>
    <dsp:sp modelId="{F8CF7318-344E-440D-A9C4-ECDA29303077}">
      <dsp:nvSpPr>
        <dsp:cNvPr id="0" name=""/>
        <dsp:cNvSpPr/>
      </dsp:nvSpPr>
      <dsp:spPr>
        <a:xfrm>
          <a:off x="0" y="2297856"/>
          <a:ext cx="5191432" cy="94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Target variable for supervised learning: Sales.</a:t>
          </a:r>
          <a:endParaRPr lang="en-IN" sz="1700" kern="1200"/>
        </a:p>
      </dsp:txBody>
      <dsp:txXfrm>
        <a:off x="46360" y="2344216"/>
        <a:ext cx="5098712" cy="856959"/>
      </dsp:txXfrm>
    </dsp:sp>
    <dsp:sp modelId="{CEBCC747-3DE4-47C2-B8F6-D01AF07BCEA4}">
      <dsp:nvSpPr>
        <dsp:cNvPr id="0" name=""/>
        <dsp:cNvSpPr/>
      </dsp:nvSpPr>
      <dsp:spPr>
        <a:xfrm>
          <a:off x="0" y="3296496"/>
          <a:ext cx="5191432" cy="94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Key variables include Customers, Open, Promo, StateHoliday, SchoolHoliday, StoreType, Assortment and competition features.</a:t>
          </a:r>
          <a:endParaRPr lang="en-IN" sz="1700" kern="1200"/>
        </a:p>
      </dsp:txBody>
      <dsp:txXfrm>
        <a:off x="46360" y="3342856"/>
        <a:ext cx="5098712" cy="856959"/>
      </dsp:txXfrm>
    </dsp:sp>
    <dsp:sp modelId="{B7A272FD-6F88-4F63-BA4F-C2F74C14CDB9}">
      <dsp:nvSpPr>
        <dsp:cNvPr id="0" name=""/>
        <dsp:cNvSpPr/>
      </dsp:nvSpPr>
      <dsp:spPr>
        <a:xfrm>
          <a:off x="0" y="4295135"/>
          <a:ext cx="5191432" cy="94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Date was converted into calendar features such as Year, Month, Day, WeekOfYear and DayOfYear.</a:t>
          </a:r>
          <a:endParaRPr lang="en-IN" sz="1700" kern="1200"/>
        </a:p>
      </dsp:txBody>
      <dsp:txXfrm>
        <a:off x="46360" y="4341495"/>
        <a:ext cx="5098712" cy="8569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F958D9-EB3E-4EBA-82A6-C65F5A3BD886}">
      <dsp:nvSpPr>
        <dsp:cNvPr id="0" name=""/>
        <dsp:cNvSpPr/>
      </dsp:nvSpPr>
      <dsp:spPr>
        <a:xfrm>
          <a:off x="0" y="750688"/>
          <a:ext cx="4827638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Merged train/test data with store information.</a:t>
          </a:r>
          <a:endParaRPr lang="en-IN" sz="1600" kern="1200"/>
        </a:p>
      </dsp:txBody>
      <dsp:txXfrm>
        <a:off x="31028" y="781716"/>
        <a:ext cx="4765582" cy="573546"/>
      </dsp:txXfrm>
    </dsp:sp>
    <dsp:sp modelId="{EDE78DF2-C49B-45DA-B85E-BB510BB766C6}">
      <dsp:nvSpPr>
        <dsp:cNvPr id="0" name=""/>
        <dsp:cNvSpPr/>
      </dsp:nvSpPr>
      <dsp:spPr>
        <a:xfrm>
          <a:off x="0" y="1432371"/>
          <a:ext cx="4827638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Checked missing values after merging.</a:t>
          </a:r>
          <a:endParaRPr lang="en-IN" sz="1600" kern="1200"/>
        </a:p>
      </dsp:txBody>
      <dsp:txXfrm>
        <a:off x="31028" y="1463399"/>
        <a:ext cx="4765582" cy="573546"/>
      </dsp:txXfrm>
    </dsp:sp>
    <dsp:sp modelId="{610611B3-64B4-45AB-AFA4-15703DF7D393}">
      <dsp:nvSpPr>
        <dsp:cNvPr id="0" name=""/>
        <dsp:cNvSpPr/>
      </dsp:nvSpPr>
      <dsp:spPr>
        <a:xfrm>
          <a:off x="0" y="2114054"/>
          <a:ext cx="4827638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Converted categorical variables into numeric form for modelling.</a:t>
          </a:r>
          <a:endParaRPr lang="en-IN" sz="1600" kern="1200"/>
        </a:p>
      </dsp:txBody>
      <dsp:txXfrm>
        <a:off x="31028" y="2145082"/>
        <a:ext cx="4765582" cy="573546"/>
      </dsp:txXfrm>
    </dsp:sp>
    <dsp:sp modelId="{75F90B25-0CF9-489E-B5D8-09060A71F254}">
      <dsp:nvSpPr>
        <dsp:cNvPr id="0" name=""/>
        <dsp:cNvSpPr/>
      </dsp:nvSpPr>
      <dsp:spPr>
        <a:xfrm>
          <a:off x="0" y="2795736"/>
          <a:ext cx="4827638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Handled missing values before model training.</a:t>
          </a:r>
          <a:endParaRPr lang="en-IN" sz="1600" kern="1200"/>
        </a:p>
      </dsp:txBody>
      <dsp:txXfrm>
        <a:off x="31028" y="2826764"/>
        <a:ext cx="4765582" cy="573546"/>
      </dsp:txXfrm>
    </dsp:sp>
    <dsp:sp modelId="{63FA5F8C-58A2-4B5A-ABBB-6DA115161C3B}">
      <dsp:nvSpPr>
        <dsp:cNvPr id="0" name=""/>
        <dsp:cNvSpPr/>
      </dsp:nvSpPr>
      <dsp:spPr>
        <a:xfrm>
          <a:off x="0" y="3477419"/>
          <a:ext cx="4827638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Removed Date from the final Random Forest feature matrix after extracting date features.</a:t>
          </a:r>
          <a:endParaRPr lang="en-IN" sz="1600" kern="1200"/>
        </a:p>
      </dsp:txBody>
      <dsp:txXfrm>
        <a:off x="31028" y="3508447"/>
        <a:ext cx="4765582" cy="573546"/>
      </dsp:txXfrm>
    </dsp:sp>
    <dsp:sp modelId="{81F80F4A-28D7-4F0D-9AEE-CDA5AE6C889F}">
      <dsp:nvSpPr>
        <dsp:cNvPr id="0" name=""/>
        <dsp:cNvSpPr/>
      </dsp:nvSpPr>
      <dsp:spPr>
        <a:xfrm>
          <a:off x="0" y="4159101"/>
          <a:ext cx="4827638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Created an 80:20 training-validation split.</a:t>
          </a:r>
          <a:endParaRPr lang="en-IN" sz="1600" kern="1200"/>
        </a:p>
      </dsp:txBody>
      <dsp:txXfrm>
        <a:off x="31028" y="4190129"/>
        <a:ext cx="4765582" cy="573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997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601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136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343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184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010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537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886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908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426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117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637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651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096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727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15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00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894B782-7B7C-42F8-8ACF-CD0A03615F1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C9BCB5E-BCBA-4FE2-9BB6-22CD8752B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5810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8B97EC-821F-21E9-4E5F-84247702AC9D}"/>
              </a:ext>
            </a:extLst>
          </p:cNvPr>
          <p:cNvSpPr txBox="1"/>
          <p:nvPr/>
        </p:nvSpPr>
        <p:spPr>
          <a:xfrm>
            <a:off x="2679032" y="609600"/>
            <a:ext cx="69156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chemeClr val="tx2"/>
                </a:solidFill>
              </a:rPr>
              <a:t>Rossmann Store Sales Prediction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1ACB7BA-DF3A-CA55-8707-634570EB92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2344373"/>
              </p:ext>
            </p:extLst>
          </p:nvPr>
        </p:nvGraphicFramePr>
        <p:xfrm>
          <a:off x="2775283" y="1716504"/>
          <a:ext cx="6272463" cy="41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0976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5616C-E955-519C-02E5-26542078A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         </a:t>
            </a:r>
            <a:r>
              <a:rPr lang="en-IN" sz="4000" dirty="0"/>
              <a:t>Rossmann store sales prediction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6F7D4E-4916-17EE-2E28-7D9CC14A1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200" dirty="0"/>
              <a:t>Project Overview</a:t>
            </a:r>
          </a:p>
          <a:p>
            <a:pPr>
              <a:spcAft>
                <a:spcPts val="900"/>
              </a:spcAft>
              <a:defRPr sz="1700"/>
            </a:pPr>
            <a:r>
              <a:rPr lang="en-US" sz="3200" dirty="0"/>
              <a:t>Business objective: forecast daily sales for Rossmann stores.</a:t>
            </a:r>
          </a:p>
          <a:p>
            <a:pPr>
              <a:spcAft>
                <a:spcPts val="900"/>
              </a:spcAft>
              <a:defRPr sz="1700"/>
            </a:pPr>
            <a:r>
              <a:rPr lang="en-US" sz="3200" dirty="0"/>
              <a:t>Use store, promotion, holiday, competition and calendar information.</a:t>
            </a:r>
          </a:p>
          <a:p>
            <a:pPr>
              <a:spcAft>
                <a:spcPts val="900"/>
              </a:spcAft>
              <a:defRPr sz="1700"/>
            </a:pPr>
            <a:r>
              <a:rPr lang="en-US" sz="3200" dirty="0"/>
              <a:t>Perform exploratory analysis to understand sales and customer </a:t>
            </a:r>
            <a:r>
              <a:rPr lang="en-US" sz="3200" dirty="0" err="1"/>
              <a:t>behaviour</a:t>
            </a:r>
            <a:r>
              <a:rPr lang="en-US" sz="3200" dirty="0"/>
              <a:t>.</a:t>
            </a:r>
          </a:p>
          <a:p>
            <a:pPr>
              <a:spcAft>
                <a:spcPts val="900"/>
              </a:spcAft>
              <a:defRPr sz="1700"/>
            </a:pPr>
            <a:r>
              <a:rPr lang="en-US" sz="3200" dirty="0"/>
              <a:t>Build and evaluate a supervised regression model.</a:t>
            </a:r>
          </a:p>
          <a:p>
            <a:pPr>
              <a:spcAft>
                <a:spcPts val="900"/>
              </a:spcAft>
              <a:defRPr sz="1700"/>
            </a:pPr>
            <a:r>
              <a:rPr lang="en-US" sz="3200" dirty="0"/>
              <a:t>Build a two-layer LSTM time-series model.</a:t>
            </a:r>
          </a:p>
          <a:p>
            <a:pPr>
              <a:spcAft>
                <a:spcPts val="900"/>
              </a:spcAft>
              <a:defRPr sz="1700"/>
            </a:pPr>
            <a:r>
              <a:rPr lang="en-US" sz="3200" dirty="0"/>
              <a:t>Serve predictions through a </a:t>
            </a:r>
            <a:r>
              <a:rPr lang="en-US" sz="3200" dirty="0" err="1"/>
              <a:t>Streamlit</a:t>
            </a:r>
            <a:r>
              <a:rPr lang="en-US" sz="3200" dirty="0"/>
              <a:t> web interface.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28522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7840B3F-720C-15A2-6A6C-B637CBAFD28D}"/>
              </a:ext>
            </a:extLst>
          </p:cNvPr>
          <p:cNvGraphicFramePr/>
          <p:nvPr/>
        </p:nvGraphicFramePr>
        <p:xfrm>
          <a:off x="570271" y="491613"/>
          <a:ext cx="5191432" cy="5545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7D5D152-84FF-B02F-31F3-EC9EBCB4E52E}"/>
              </a:ext>
            </a:extLst>
          </p:cNvPr>
          <p:cNvGraphicFramePr/>
          <p:nvPr/>
        </p:nvGraphicFramePr>
        <p:xfrm>
          <a:off x="6174658" y="491613"/>
          <a:ext cx="4827639" cy="5545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944878-55A7-0FAA-2948-09A536C5B3A0}"/>
              </a:ext>
            </a:extLst>
          </p:cNvPr>
          <p:cNvSpPr/>
          <p:nvPr/>
        </p:nvSpPr>
        <p:spPr>
          <a:xfrm>
            <a:off x="1189703" y="0"/>
            <a:ext cx="3641558" cy="5293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Dataset  &amp;  Features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99F169-2D67-014E-0B8D-AF12D374831C}"/>
              </a:ext>
            </a:extLst>
          </p:cNvPr>
          <p:cNvSpPr/>
          <p:nvPr/>
        </p:nvSpPr>
        <p:spPr>
          <a:xfrm>
            <a:off x="6430299" y="0"/>
            <a:ext cx="4106779" cy="5133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Processing</a:t>
            </a:r>
          </a:p>
        </p:txBody>
      </p:sp>
    </p:spTree>
    <p:extLst>
      <p:ext uri="{BB962C8B-B14F-4D97-AF65-F5344CB8AC3E}">
        <p14:creationId xmlns:p14="http://schemas.microsoft.com/office/powerpoint/2010/main" val="1861295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1705B6-416C-C241-0774-38824FA0A64D}"/>
              </a:ext>
            </a:extLst>
          </p:cNvPr>
          <p:cNvSpPr txBox="1"/>
          <p:nvPr/>
        </p:nvSpPr>
        <p:spPr>
          <a:xfrm>
            <a:off x="4203032" y="657726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HOLIDAY 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A257A-12B6-94B3-05CC-C82711DA438F}"/>
              </a:ext>
            </a:extLst>
          </p:cNvPr>
          <p:cNvSpPr txBox="1"/>
          <p:nvPr/>
        </p:nvSpPr>
        <p:spPr>
          <a:xfrm>
            <a:off x="3866147" y="16683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AD24EC-F55A-747D-94D9-12CB6177B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561628"/>
              </p:ext>
            </p:extLst>
          </p:nvPr>
        </p:nvGraphicFramePr>
        <p:xfrm>
          <a:off x="1141413" y="2037711"/>
          <a:ext cx="9905998" cy="2823846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718539052"/>
                    </a:ext>
                  </a:extLst>
                </a:gridCol>
                <a:gridCol w="4952998">
                  <a:extLst>
                    <a:ext uri="{9D8B030D-6E8A-4147-A177-3AD203B41FA5}">
                      <a16:colId xmlns:a16="http://schemas.microsoft.com/office/drawing/2014/main" val="3162519346"/>
                    </a:ext>
                  </a:extLst>
                </a:gridCol>
              </a:tblGrid>
              <a:tr h="470641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endParaRPr lang="en-IN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628382"/>
                  </a:ext>
                </a:extLst>
              </a:tr>
              <a:tr h="470641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>
                          <a:effectLst/>
                        </a:rPr>
                        <a:t>HolidayStatus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IN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841719"/>
                  </a:ext>
                </a:extLst>
              </a:tr>
              <a:tr h="470641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>
                          <a:effectLst/>
                        </a:rPr>
                        <a:t>After Holiday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dirty="0">
                          <a:effectLst/>
                        </a:rPr>
                        <a:t>7809.044510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126365"/>
                  </a:ext>
                </a:extLst>
              </a:tr>
              <a:tr h="470641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>
                          <a:effectLst/>
                        </a:rPr>
                        <a:t>Before Holiday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>
                          <a:effectLst/>
                        </a:rPr>
                        <a:t>5847.562599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237202"/>
                  </a:ext>
                </a:extLst>
              </a:tr>
              <a:tr h="470641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>
                          <a:effectLst/>
                        </a:rPr>
                        <a:t>During Holiday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>
                          <a:effectLst/>
                        </a:rPr>
                        <a:t>204.183189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680075"/>
                  </a:ext>
                </a:extLst>
              </a:tr>
              <a:tr h="470641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>
                          <a:effectLst/>
                        </a:rPr>
                        <a:t>Normal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dirty="0">
                          <a:effectLst/>
                        </a:rPr>
                        <a:t>6632.902947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60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960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D1875-5286-6AF6-68D5-27667F0DF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110" y="114300"/>
            <a:ext cx="7403690" cy="642784"/>
          </a:xfrm>
        </p:spPr>
        <p:txBody>
          <a:bodyPr/>
          <a:lstStyle/>
          <a:p>
            <a:r>
              <a:rPr lang="en-IN" dirty="0"/>
              <a:t>                    Project EDA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C372D14-4F83-1D2F-2A2E-EE3E63F0E2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465" y="723900"/>
            <a:ext cx="4396139" cy="2855042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0DE64DF-BD80-7797-A00B-494D66A00A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249" y="723900"/>
            <a:ext cx="4364340" cy="285504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4EAA0AA-1499-4E69-75F8-A2E5082B6B02}"/>
              </a:ext>
            </a:extLst>
          </p:cNvPr>
          <p:cNvSpPr/>
          <p:nvPr/>
        </p:nvSpPr>
        <p:spPr>
          <a:xfrm>
            <a:off x="3352800" y="474898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0053EB-90D2-E82C-3607-0744BD05D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04" y="3750360"/>
            <a:ext cx="4572000" cy="3009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CD463D-433C-92F9-7D57-7A19153CA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249" y="3750360"/>
            <a:ext cx="4364340" cy="28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887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C7BDA3-4104-A58C-3BA8-ECF65B8F0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180" y="1973179"/>
            <a:ext cx="8422104" cy="4539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E86DA9-BF0B-A5D8-18E1-A8CE956DADA5}"/>
              </a:ext>
            </a:extLst>
          </p:cNvPr>
          <p:cNvSpPr txBox="1"/>
          <p:nvPr/>
        </p:nvSpPr>
        <p:spPr>
          <a:xfrm>
            <a:off x="2229852" y="1235243"/>
            <a:ext cx="7303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Sales      1.000000   0.894711          Customers  0.894711   1.000000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DE20CB-194A-09BD-27AC-652F8F4465CF}"/>
              </a:ext>
            </a:extLst>
          </p:cNvPr>
          <p:cNvSpPr/>
          <p:nvPr/>
        </p:nvSpPr>
        <p:spPr>
          <a:xfrm>
            <a:off x="3661678" y="324465"/>
            <a:ext cx="4296697" cy="9107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Correlation chart</a:t>
            </a:r>
          </a:p>
        </p:txBody>
      </p:sp>
    </p:spTree>
    <p:extLst>
      <p:ext uri="{BB962C8B-B14F-4D97-AF65-F5344CB8AC3E}">
        <p14:creationId xmlns:p14="http://schemas.microsoft.com/office/powerpoint/2010/main" val="3983193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7698C6-32AF-201D-D7F1-586072FA3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Top 10 sales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20437DD-6727-7879-A8BC-4EF6E829F3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973" y="2667000"/>
            <a:ext cx="1952364" cy="312420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0AE6050-51F5-C90B-4877-80122783B5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25" y="2667000"/>
            <a:ext cx="429577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22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2173EC-7A4A-6F73-58FE-C83F953C4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561" y="2018798"/>
            <a:ext cx="4610100" cy="3333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3622AB-7808-5718-86E4-2FA063214EE1}"/>
              </a:ext>
            </a:extLst>
          </p:cNvPr>
          <p:cNvSpPr txBox="1"/>
          <p:nvPr/>
        </p:nvSpPr>
        <p:spPr>
          <a:xfrm>
            <a:off x="3983455" y="911894"/>
            <a:ext cx="3634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Weekend Open/Closed Count</a:t>
            </a:r>
          </a:p>
          <a:p>
            <a:r>
              <a:rPr lang="en-US" dirty="0"/>
              <a:t>            1418091    147651</a:t>
            </a:r>
          </a:p>
        </p:txBody>
      </p:sp>
    </p:spTree>
    <p:extLst>
      <p:ext uri="{BB962C8B-B14F-4D97-AF65-F5344CB8AC3E}">
        <p14:creationId xmlns:p14="http://schemas.microsoft.com/office/powerpoint/2010/main" val="3075754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BF9252ED-3500-9C61-6AD7-054723E9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Feature Importance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E1807A3-143B-62DF-6963-B7F8240F37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2514600"/>
            <a:ext cx="4876800" cy="3276599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E03DF7B-FC33-EEC1-4AE6-49C7352E82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605" y="2514600"/>
            <a:ext cx="2956816" cy="315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7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577279F-0F96-AA33-1C06-D10E1596A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43789"/>
          </a:xfrm>
        </p:spPr>
        <p:txBody>
          <a:bodyPr/>
          <a:lstStyle/>
          <a:p>
            <a:r>
              <a:rPr lang="en-IN" dirty="0"/>
              <a:t>                Model performance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78FC158B-4F42-C0B2-8C50-55B00B42F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747" y="2514599"/>
            <a:ext cx="5967664" cy="289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704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365513-0792-80BE-3113-3A3C27CAC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570" y="2112544"/>
            <a:ext cx="7118935" cy="40767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1A2F51-BF5F-B12C-99E2-A26E6622242D}"/>
              </a:ext>
            </a:extLst>
          </p:cNvPr>
          <p:cNvSpPr/>
          <p:nvPr/>
        </p:nvSpPr>
        <p:spPr>
          <a:xfrm>
            <a:off x="4208206" y="521110"/>
            <a:ext cx="3765755" cy="619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Sales Trend</a:t>
            </a:r>
          </a:p>
        </p:txBody>
      </p:sp>
    </p:spTree>
    <p:extLst>
      <p:ext uri="{BB962C8B-B14F-4D97-AF65-F5344CB8AC3E}">
        <p14:creationId xmlns:p14="http://schemas.microsoft.com/office/powerpoint/2010/main" val="1716899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1E4F-F3C6-6C3C-614C-86E14FA1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</a:t>
            </a:r>
            <a:r>
              <a:rPr lang="en-IN" dirty="0" err="1"/>
              <a:t>Acf</a:t>
            </a:r>
            <a:r>
              <a:rPr lang="en-IN" dirty="0"/>
              <a:t>  &amp;  </a:t>
            </a:r>
            <a:r>
              <a:rPr lang="en-IN" dirty="0" err="1"/>
              <a:t>pacf</a:t>
            </a:r>
            <a:r>
              <a:rPr lang="en-IN" dirty="0"/>
              <a:t>   plot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EFA192-838A-1A60-FA24-BEACCF767E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684" y="2667000"/>
            <a:ext cx="4098257" cy="31242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B10342-3E39-F61C-0FA2-6571369CE4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884" y="2667000"/>
            <a:ext cx="4098257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82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3497BC-11B8-AB27-C9D8-D965E43A2D06}"/>
              </a:ext>
            </a:extLst>
          </p:cNvPr>
          <p:cNvSpPr txBox="1"/>
          <p:nvPr/>
        </p:nvSpPr>
        <p:spPr>
          <a:xfrm>
            <a:off x="3834064" y="1003340"/>
            <a:ext cx="3573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Actual  vs  Predicted  Sales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FF76F9-4104-94FB-D45B-813B3FF54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214" y="1894585"/>
            <a:ext cx="5514311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061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D34BB3-306A-FA92-D174-C817AA8DB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358" y="1604211"/>
            <a:ext cx="8181474" cy="41549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854E9D-D9D9-9E1F-BEF6-C7631011D68F}"/>
              </a:ext>
            </a:extLst>
          </p:cNvPr>
          <p:cNvSpPr txBox="1"/>
          <p:nvPr/>
        </p:nvSpPr>
        <p:spPr>
          <a:xfrm>
            <a:off x="4283242" y="561474"/>
            <a:ext cx="278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 LSTM  Model</a:t>
            </a:r>
          </a:p>
        </p:txBody>
      </p:sp>
    </p:spTree>
    <p:extLst>
      <p:ext uri="{BB962C8B-B14F-4D97-AF65-F5344CB8AC3E}">
        <p14:creationId xmlns:p14="http://schemas.microsoft.com/office/powerpoint/2010/main" val="3550026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9BD3B-70EE-2896-E4A6-7E9CEB10D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   </a:t>
            </a:r>
            <a:r>
              <a:rPr lang="en-IN" dirty="0" err="1"/>
              <a:t>Streamlit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46E2938-3877-2143-555A-49A8FE4A4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797" y="2667000"/>
            <a:ext cx="8649232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96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B2B227-1352-36EC-67BB-3B15F5B80801}"/>
              </a:ext>
            </a:extLst>
          </p:cNvPr>
          <p:cNvSpPr txBox="1"/>
          <p:nvPr/>
        </p:nvSpPr>
        <p:spPr>
          <a:xfrm>
            <a:off x="2390274" y="1507958"/>
            <a:ext cx="27478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Presented By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F7258-C24C-E69A-3AD9-BE82E6101F08}"/>
              </a:ext>
            </a:extLst>
          </p:cNvPr>
          <p:cNvSpPr txBox="1"/>
          <p:nvPr/>
        </p:nvSpPr>
        <p:spPr>
          <a:xfrm>
            <a:off x="5342021" y="2679032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Ruby Sethi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95677-B521-1DB9-A7C6-AC99C84D05B4}"/>
              </a:ext>
            </a:extLst>
          </p:cNvPr>
          <p:cNvSpPr txBox="1"/>
          <p:nvPr/>
        </p:nvSpPr>
        <p:spPr>
          <a:xfrm>
            <a:off x="8390021" y="4491789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95382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212</TotalTime>
  <Words>266</Words>
  <Application>Microsoft Office PowerPoint</Application>
  <PresentationFormat>Widescreen</PresentationFormat>
  <Paragraphs>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Century Gothic</vt:lpstr>
      <vt:lpstr>Mesh</vt:lpstr>
      <vt:lpstr>PowerPoint Presentation</vt:lpstr>
      <vt:lpstr>         Rossmann store sales prediction</vt:lpstr>
      <vt:lpstr>PowerPoint Presentation</vt:lpstr>
      <vt:lpstr>PowerPoint Presentation</vt:lpstr>
      <vt:lpstr>                    Project EDA</vt:lpstr>
      <vt:lpstr>PowerPoint Presentation</vt:lpstr>
      <vt:lpstr>                     Top 10 sales</vt:lpstr>
      <vt:lpstr>PowerPoint Presentation</vt:lpstr>
      <vt:lpstr>                      Feature Importance</vt:lpstr>
      <vt:lpstr>                Model performance</vt:lpstr>
      <vt:lpstr>PowerPoint Presentation</vt:lpstr>
      <vt:lpstr>                       Acf  &amp;  pacf   plot</vt:lpstr>
      <vt:lpstr>PowerPoint Presentation</vt:lpstr>
      <vt:lpstr>PowerPoint Presentation</vt:lpstr>
      <vt:lpstr>                                 Streamlit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Ruby Sethi</dc:creator>
  <cp:lastModifiedBy>Ruby Sethi</cp:lastModifiedBy>
  <cp:revision>2</cp:revision>
  <dcterms:created xsi:type="dcterms:W3CDTF">2026-09-13T08:43:12Z</dcterms:created>
  <dcterms:modified xsi:type="dcterms:W3CDTF">2026-09-14T15:43:07Z</dcterms:modified>
</cp:coreProperties>
</file>